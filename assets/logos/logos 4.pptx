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5721"/>
  </p:normalViewPr>
  <p:slideViewPr>
    <p:cSldViewPr snapToGrid="0">
      <p:cViewPr>
        <p:scale>
          <a:sx n="135" d="100"/>
          <a:sy n="135" d="100"/>
        </p:scale>
        <p:origin x="144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7783-3C55-4FB0-C8B4-58EA343A5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6E7F8-55E4-DD3A-7304-31DBB0A32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E6C32-94FB-5049-913B-06FA8481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A9F27-3534-E7DC-77F9-647E6AD7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3DDFA-8D24-F8B4-E747-F41C3120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196B-B99C-017B-9CB6-345431BE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30EBF-124C-8BD9-097A-2BBD496BB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BE3C9-7E3F-4A7E-D0B7-92C23498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A73E4-D379-51A0-DEE6-71A36CD6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DAC6-5A83-5B5B-CB42-F1C25E20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CB80-AA76-FB2D-6463-DDEA3B97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6522E-EE8E-9B25-3FED-42CD483C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9057B-FA30-77E7-0017-224BB6E9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77289-22B3-2BE6-0903-CADF4D49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2DAA6-A8EA-7270-9546-1B08F762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8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AA15-A971-EC1B-0BB8-788159AE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4BB1-C236-672D-2C3D-2F60D64D3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41ADC-D82A-4E7D-D2B0-48C1B998B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7868C-7F2D-A45F-49AD-92CB6198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7052A-D22D-AA33-7F0A-A60D161C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EF071-38D6-AC40-DE90-022E8F5E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6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BE00-EE84-251F-3B6C-EEF4CC31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EC505-E2A9-FA18-B696-A1DC797EC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49293-A7D0-012F-D240-8493B8485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C95C1-6013-A5E3-A7F1-6D2EA19C1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BA30C-ED4E-1683-949A-2C3AE570D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DBDF16-CE8E-9676-6764-4B7A0275A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907790-1B81-7AF6-F9D0-5703C2FE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D5208-FC39-15D7-510B-C2581B82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1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F834-5107-BC16-75BF-8B8814D7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3EADF-CC19-4D3C-B6B7-ADD9628A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47EB1-CC59-2EAA-7B44-B4C9C461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D01A7-0349-A5A1-3BD4-212910DF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4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B0D6B-1DE3-EB74-2640-4660B6FA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B197F-208F-A21D-F13A-BAE81C2F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2338B-9635-A781-3778-53C7375C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7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30E2-1A61-B79D-38FC-27EE7786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FAEC-84E6-4F2F-0B18-F3E13EEB7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060CE-0E5B-ED32-5E6F-14AAAC8DD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D8C25-CC32-5FA2-E179-EB778B03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E0576-0971-1C5C-7B56-5EFF38E2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5AFD9-0500-783D-26AB-8CC3CD63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7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07F8-8118-561D-2233-16DDAA75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A6353-CE47-3638-70DD-57833C17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27688-ACDB-2DF2-5969-B824D8C5B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F6A83-70EB-6489-6FBE-90C4C99F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D4BAE-4F70-DE8D-DCDD-7F2AE432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635C5-F833-BE8D-BC2A-B0ED4BF4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6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C19F-C39C-4369-ABDD-802B0B0F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8BCAB-EB9D-D57B-BEA3-E45429FB9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C2BF4-C2BE-E17C-08BF-163E06BF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9AA2A-B88F-2DDB-0BAE-DFA03808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DBE99-A4DF-E738-4F35-E2A32286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8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570F2-BAF1-8DF9-1EA2-F3ABA33DD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D2E9A-DE35-1745-6B91-D4E573EAB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D1A70-3AA5-E727-2BB7-323A68DC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0270E-B654-D709-AD11-73DB99D4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9039E-3C6A-06FC-2603-AD51000E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9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F44DC2-D292-BEB4-B0C2-D11AE780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58755-FBD3-A85A-7F6D-D1C3BA055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4464-D743-C061-9D8C-330C59D46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7F73E-CCE3-A242-A717-B87076CDBD64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375B7-6978-A620-3714-260CC7741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ADB4E-7290-19C4-0AE8-D8666B513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F157-F6E3-984E-8566-9DFA250A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5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sign with white text&#10;&#10;Description automatically generated">
            <a:extLst>
              <a:ext uri="{FF2B5EF4-FFF2-40B4-BE49-F238E27FC236}">
                <a16:creationId xmlns:a16="http://schemas.microsoft.com/office/drawing/2014/main" id="{0B99364F-1E95-BBD6-66CE-98412FFB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0" y="2313285"/>
            <a:ext cx="2802077" cy="856635"/>
          </a:xfrm>
          <a:prstGeom prst="rect">
            <a:avLst/>
          </a:prstGeom>
        </p:spPr>
      </p:pic>
      <p:pic>
        <p:nvPicPr>
          <p:cNvPr id="7" name="Picture 6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D6141C12-1F1D-8457-52B0-82DFE2FC1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127" y="3224610"/>
            <a:ext cx="2493902" cy="43736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00B7B1-59A8-6401-AD49-BC84739695A8}"/>
              </a:ext>
            </a:extLst>
          </p:cNvPr>
          <p:cNvCxnSpPr>
            <a:cxnSpLocks/>
          </p:cNvCxnSpPr>
          <p:nvPr/>
        </p:nvCxnSpPr>
        <p:spPr>
          <a:xfrm>
            <a:off x="4445557" y="2358110"/>
            <a:ext cx="0" cy="13056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AA23D7-A0F2-9E9A-4273-9E542932225C}"/>
              </a:ext>
            </a:extLst>
          </p:cNvPr>
          <p:cNvSpPr txBox="1"/>
          <p:nvPr/>
        </p:nvSpPr>
        <p:spPr>
          <a:xfrm>
            <a:off x="6748636" y="2458406"/>
            <a:ext cx="2712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Steidl Lab</a:t>
            </a:r>
          </a:p>
          <a:p>
            <a:r>
              <a:rPr lang="en-US" i="1" dirty="0"/>
              <a:t>Department of Cell Biology</a:t>
            </a:r>
          </a:p>
        </p:txBody>
      </p:sp>
    </p:spTree>
    <p:extLst>
      <p:ext uri="{BB962C8B-B14F-4D97-AF65-F5344CB8AC3E}">
        <p14:creationId xmlns:p14="http://schemas.microsoft.com/office/powerpoint/2010/main" val="9819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Scharf</dc:creator>
  <cp:lastModifiedBy>Russell Scharf</cp:lastModifiedBy>
  <cp:revision>1</cp:revision>
  <dcterms:created xsi:type="dcterms:W3CDTF">2025-06-29T19:43:58Z</dcterms:created>
  <dcterms:modified xsi:type="dcterms:W3CDTF">2025-06-29T21:36:21Z</dcterms:modified>
</cp:coreProperties>
</file>